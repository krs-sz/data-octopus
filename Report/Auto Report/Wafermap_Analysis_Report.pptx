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Dc_Debug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9-13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Dc_Pwr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14-18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Stitched - Pixel Mean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19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20-25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657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7 Groups | 16 Parameters | 24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18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10020001: LOW_VDD10_FV0P1_X VDD10 22.g404hc &lt;</a:t>
            </a:r>
          </a:p>
          <a:p>
            <a:pPr>
              <a:defRPr sz="900">
                <a:latin typeface="Consolas"/>
              </a:defRPr>
            </a:pPr>
            <a:r>
              <a:t>  2. 10020002: LOW_VDD18IO_FV0P1_X VDD18IO 22.a402</a:t>
            </a:r>
          </a:p>
          <a:p>
            <a:pPr>
              <a:defRPr sz="900">
                <a:latin typeface="Consolas"/>
              </a:defRPr>
            </a:pPr>
            <a:r>
              <a:t>  3. 10020003: LOW_AVDD18_FV0P1_X AVDD18 22.c403 &lt;</a:t>
            </a:r>
          </a:p>
          <a:p>
            <a:pPr>
              <a:defRPr sz="900">
                <a:latin typeface="Consolas"/>
              </a:defRPr>
            </a:pPr>
            <a:r>
              <a:t>  4. 10020004: LOW_VQPSEFUSE_FV0P1_X VQPS_EFUSE 22</a:t>
            </a:r>
          </a:p>
          <a:p>
            <a:pPr>
              <a:defRPr sz="900">
                <a:latin typeface="Consolas"/>
              </a:defRPr>
            </a:pPr>
            <a:r>
              <a:t>  5. 10020005: LOW_AVEE_FV0P1_X AVEE 20.w402 &lt;&gt;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5 parameter(s) due to excessive measurement variation (&gt;30%).</a:t>
            </a:r>
            <a:br/>
            <a:r>
              <a:t>   Failing parameters: DC_SHORT_LOW_VQPSEFUSE_FV, DC_SHORT_LOW_VDD10_FV0P1_, DC_SHORT_LOW_AVDD18_FV0P1 (+2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5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(63.4%) &gt; Reproducibility (45.1%).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5 parameter(s) have ndc &lt; 5: DC_SHORT_LOW_VDD10_F, DC_SHORT_LOW_VDD18IO, DC_SHORT_LOW_AVDD18_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18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30025001: TESTTIME_TIMESTAMP_X  -1 &lt;&gt; DC_DEBU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1 parameter(s) due to excessive measurement variation (&gt;30%).</a:t>
            </a:r>
            <a:br/>
            <a:r>
              <a:t>   Failing parameters: DC_DEBUG_TESTTIME_TIMESTA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1 Unacceptable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(92.5%) &gt; Reproducibility (27.5%).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1 parameter(s) have ndc &lt; 5: DC_DEBUG_TESTTIME_TI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18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11405006: STATIC_VDD10_VNOM_X VDD10 22.g404hc</a:t>
            </a:r>
          </a:p>
          <a:p>
            <a:pPr>
              <a:defRPr sz="900">
                <a:latin typeface="Consolas"/>
              </a:defRPr>
            </a:pPr>
            <a:r>
              <a:t>  2. 11405007: STATIC_VDD18IO_VNOM_X VDD18IO 22.a4</a:t>
            </a:r>
          </a:p>
          <a:p>
            <a:pPr>
              <a:defRPr sz="900">
                <a:latin typeface="Consolas"/>
              </a:defRPr>
            </a:pPr>
            <a:r>
              <a:t>  3. 11405008: STATIC_AVDD18_VNOM_X AVDD18 22.c403</a:t>
            </a:r>
          </a:p>
          <a:p>
            <a:pPr>
              <a:defRPr sz="900">
                <a:latin typeface="Consolas"/>
              </a:defRPr>
            </a:pPr>
            <a:r>
              <a:t>  4. 11405009: STATIC_AVEE_VNOM_X AVEE 20.w402 &lt;&gt; </a:t>
            </a:r>
          </a:p>
          <a:p>
            <a:pPr>
              <a:defRPr sz="900">
                <a:latin typeface="Consolas"/>
              </a:defRPr>
            </a:pPr>
            <a:r>
              <a:t>  5. 11405010: STATIC_TotalPower_VNOM_X TotalPower</a:t>
            </a:r>
          </a:p>
          <a:p>
            <a:pPr>
              <a:defRPr sz="900">
                <a:latin typeface="Consolas"/>
              </a:defRPr>
            </a:pPr>
            <a:r>
              <a:t>  6. 11405011: STATIC_VDD10_VMIN_X VDD10 22.g404hc</a:t>
            </a:r>
          </a:p>
          <a:p>
            <a:pPr>
              <a:defRPr sz="900">
                <a:latin typeface="Consolas"/>
              </a:defRPr>
            </a:pPr>
            <a:r>
              <a:t>  7. 11405012: STATIC_VDD18IO_VMIN_X VDD18IO 22.a4</a:t>
            </a:r>
          </a:p>
          <a:p>
            <a:pPr>
              <a:defRPr sz="900">
                <a:latin typeface="Consolas"/>
              </a:defRPr>
            </a:pPr>
            <a:r>
              <a:t>  8. 11405013: STATIC_AVDD18_VMIN_X AVDD18 22.c403</a:t>
            </a:r>
          </a:p>
          <a:p>
            <a:pPr>
              <a:defRPr sz="900"/>
            </a:pPr>
            <a:r>
              <a:t>  ... +2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6 parameter(s) due to excessive measurement variation (&gt;30%).</a:t>
            </a:r>
            <a:br/>
            <a:r>
              <a:t>   Failing parameters: DC_PWR_STATIC_AVEE_VMIN_X, DC_PWR_STATIC_AVDD18_VMIN, DC_PWR_STATIC_AVDD18_VNOM (+3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4 Acceptable | 6 Unacceptable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Dc_Pwr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(42.7%) &gt; Reproducibility (20.4%).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6 parameter(s) have ndc &lt; 5: DC_PWR_STATIC_VDD18I, DC_PWR_STATIC_AVDD18, DC_PWR_STATIC_AVEE_V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(129,280)-&gt;(154,305)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(218,336)-&gt;(243,361)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(320,395)-&gt;(345,420)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(194,436)-&gt;(219,461)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(88,384)-&gt;(113,409)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%GRR=17.7%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%GRR=21.3%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(129,280)-&gt;(154,305)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(218,336)-&gt;(243,361)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(320,395)-&gt;(345,420)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(194,436)-&gt;(219,461)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(88,384)-&gt;(113,409)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%GRR=15.8%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R5 - %GRR=20.3%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(129,280)-&gt;(154,305)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(218,336)-&gt;(243,361)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(320,395)-&gt;(345,420)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(194,436)-&gt;(219,461)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(88,384)-&gt;(113,409)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%GRR=12.8%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%GRR=14.2%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(39,49)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(129,280)-&gt;(154,305)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(218,336)-&gt;(243,361)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(320,395)-&gt;(345,420)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(194,436)-&gt;(219,461)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(88,384)-&gt;(113,409)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(39, 49)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R5 - %GRR=14.2%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%GRR=14.8%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(44,44)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(129,280)-&gt;(154,305)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(218,336)-&gt;(243,361)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(320,395)-&gt;(345,420)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(194,436)-&gt;(219,461)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(88,384)-&gt;(113,409)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(44,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%GRR=9.7%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%GRR=12.2%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R5 %GRR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(39,49)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Die(44,44) R4 - 9.7%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Die(31,24) R2 - 21.3%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(Mean): Stitched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800"/>
                </a:solidFill>
              </a:defRPr>
            </a:pPr>
            <a:r>
              <a:t>Assessment: ACCEPTABLE</a:t>
            </a:r>
          </a:p>
          <a:p>
            <a:pPr>
              <a:defRPr sz="1200" b="0"/>
            </a:pPr>
            <a:r>
              <a:t>Mean %GRR: 15.19%</a:t>
            </a:r>
          </a:p>
          <a:p>
            <a:pPr>
              <a:defRPr sz="1200" b="0"/>
            </a:pPr>
            <a:r>
              <a:t>Mean ndc: 9.6</a:t>
            </a:r>
          </a:p>
          <a:p>
            <a:pPr>
              <a:defRPr sz="1200" b="0"/>
            </a:pPr>
            <a:r>
              <a:t>Mean Repeatability: 13.14%</a:t>
            </a:r>
          </a:p>
          <a:p>
            <a:pPr>
              <a:defRPr sz="1200" b="0"/>
            </a:pPr>
            <a:r>
              <a:t>Mean Reproducibility: 6.32%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
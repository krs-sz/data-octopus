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10:13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DC_CONT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DC_SHORT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12-16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697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4 Groups | 205 Parameters | 15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205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10020001: LOW_VDD10_FV0P1_X VDD10 22.g404hc &lt;</a:t>
            </a:r>
          </a:p>
          <a:p>
            <a:pPr>
              <a:defRPr sz="900">
                <a:latin typeface="Consolas"/>
              </a:defRPr>
            </a:pPr>
            <a:r>
              <a:t>  2. 10020002: LOW_VDD18IO_FV0P1_X VDD18IO 22.a402</a:t>
            </a:r>
          </a:p>
          <a:p>
            <a:pPr>
              <a:defRPr sz="900">
                <a:latin typeface="Consolas"/>
              </a:defRPr>
            </a:pPr>
            <a:r>
              <a:t>  3. 10020003: LOW_AVDD18_FV0P1_X AVDD18 22.c403 &lt;</a:t>
            </a:r>
          </a:p>
          <a:p>
            <a:pPr>
              <a:defRPr sz="900">
                <a:latin typeface="Consolas"/>
              </a:defRPr>
            </a:pPr>
            <a:r>
              <a:t>  4. 10020004: LOW_VQPSEFUSE_FV0P1_X VQPS_EFUSE 22</a:t>
            </a:r>
          </a:p>
          <a:p>
            <a:pPr>
              <a:defRPr sz="900">
                <a:latin typeface="Consolas"/>
              </a:defRPr>
            </a:pPr>
            <a:r>
              <a:t>  5. 10020005: LOW_AVEE_FV0P1_X AVEE 20.w402 &lt;&gt;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5 parameter(s) due to excessive measurement variation (&gt;30%).</a:t>
            </a:r>
            <a:br/>
            <a:r>
              <a:t>   Failing parameters: DC_SHORT_LOW_VQPSEFUSE_FV, DC_SHORT_LOW_VDD10_FV0P1_, DC_SHORT_LOW_AVDD18_FV0P1 (+2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0 Acceptable | 5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205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(63.4%) &gt; Reproducibility (45.1%).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5 parameter(s) have ndc &lt; 5: DC_SHORT_LOW_VDD10_F, DC_SHORT_LOW_VDD18IO, DC_SHORT_LOW_AVDD18_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
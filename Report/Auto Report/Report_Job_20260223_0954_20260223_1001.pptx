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Wafermap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Generated on 2026-02-23 10:01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Gage R&amp;R Report - Agenda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1091153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114800"/>
                <a:gridCol w="1828800"/>
                <a:gridCol w="2286000"/>
                <a:gridCol w="2041855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Pages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📋 Agenda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📖 Calculation Parameters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3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OPTIC_SPEC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4-8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237744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</a:defRPr>
            </a:pPr>
            <a:r>
              <a:t>Total: 3 Groups | 10 Parameters | 7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Gage R&amp;R - Calculation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BASIC STATISTICAL VALUES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Mean (Mittelwert):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Mean = Σ(xi) / 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Std Dev (Standardabweichung):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 of dispersion around the mean.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σ = √[Σ(xi - Mean)² / n]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Range (Spannweite):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Difference between maximum and minimum.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Range = Max - Min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LSL / USL (Spec Limits):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Statistical limits (k = sigma factor).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LSL = Mean - kσ  |  USL = Mean + kσ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GAGE R&amp;R COMPONENTS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Repeatability (EV):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EV = Mean(σ within each file)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Reproducibility (AV):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between files/operators/trials.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AV = σ(file means)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GRR Total: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Combined measurement system variation.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GRR = R̄ / d₂  (Range Method)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ASSESSMENT METRICS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%GRR (Prozent GRR):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%GRR = (GRR / TV) × 100  or  (GRR / Tolerance) × 100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ndc (Using Total Variation):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ndc = 1.41 × (TV / GRR)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ASSESSMENT CRITERIA (AIAG MSA)</a:t>
            </a:r>
          </a:p>
          <a:p>
            <a:pPr>
              <a:defRPr sz="600" b="0"/>
            </a:pPr>
          </a:p>
          <a:p>
            <a:pPr>
              <a:defRPr sz="1100" b="1">
                <a:solidFill>
                  <a:srgbClr val="388E3C"/>
                </a:solidFill>
              </a:defRPr>
            </a:pPr>
            <a:r>
              <a:t>🟢 EXCELLENT:  %GRR &lt; 10%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is acceptable.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F9800"/>
                </a:solidFill>
              </a:defRPr>
            </a:pPr>
            <a:r>
              <a:t>🟡 ACCEPTABLE:  10% ≤ %GRR &lt;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May be acceptable depending on application.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44336"/>
                </a:solidFill>
              </a:defRPr>
            </a:pPr>
            <a:r>
              <a:t>🔴 UNACCEPTABLE:  %GRR ≥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must be improved.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ndc ≥ 5:  Good measurement system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Can distinguish ≥ 5 distinct categories.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INTERPRETATION</a:t>
            </a:r>
          </a:p>
          <a:p>
            <a:pPr>
              <a:defRPr sz="600" b="0"/>
            </a:pP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Repeatability → Equipment/method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Reproducibility → Operator/process/time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ndc should be ≥ 5 for a good measurement system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
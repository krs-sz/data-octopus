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2026-02-26 13:44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📍 Stitched - Pixel Position 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 dies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4-14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37744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3 Groups | 0 Parameters | 13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(22,61)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(22, 61)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R5 - %GRR=16.8%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%GRR=19.6%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(26,70)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(26, 70)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R2 - %GRR=13.3%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R4 - %GRR=17.8%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(28,53)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(28, 53)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R5 - %GRR=13.0%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R2 - %GRR=16.7%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(31,24)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(31, 24)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%GRR=18.0%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%GRR=22.1%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(33,33)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(33, 33)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%GRR=17.6%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R4 - %GRR=21.1%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(41,24)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(41, 24)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R3 - %GRR=12.9%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R5 - %GRR=16.8%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(48,50)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(48, 50)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R4 - %GRR=12.9%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%GRR=15.6%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(56,58)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(56, 58)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%GRR=9.8%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%GRR=14.4%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(57,35)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(57, 35)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%GRR=14.4%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%GRR=19.2%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(57,45)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(57, 45)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R3 - %GRR=16.4%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R2 - %GRR=20.3%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Overview - Stitched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8046720" cy="2414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531"/>
                <a:gridCol w="1149531"/>
                <a:gridCol w="1149531"/>
                <a:gridCol w="1149531"/>
                <a:gridCol w="1149531"/>
                <a:gridCol w="1149531"/>
                <a:gridCol w="1149534"/>
              </a:tblGrid>
              <a:tr h="219455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Die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R1 %GRR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R2 %GRR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R3 %GRR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R4 %GRR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R5 %GRR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Avg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(22,61)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(26,70)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17.8%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14.9%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(28,53)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(31,24)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19.0%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20.5%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19.6%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(33,33)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(41,24)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15.5%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(48,50)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(56,58)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10.5%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10.6%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10.4%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11.1%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(57,35)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6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(57,45)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20.3%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20.1%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18.7%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Stitched Die Comparison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Total Dies: 10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 per Die: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Die(56,58) R1 - 9.8%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Die(31,24) R3 - 22.1%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054095"/>
            <a:ext cx="1179576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